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88CE4-3DD7-BC80-858A-3BEA0D5644E0}" v="605" dt="2026-04-29T21:30:46.6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ilo Medeiros Matos" userId="S::mm60458@uga.edu::1ba087b7-ae89-4bed-9848-70ac0b173b43" providerId="AD" clId="Web-{98988CE4-3DD7-BC80-858A-3BEA0D5644E0}"/>
    <pc:docChg chg="modSld">
      <pc:chgData name="Murilo Medeiros Matos" userId="S::mm60458@uga.edu::1ba087b7-ae89-4bed-9848-70ac0b173b43" providerId="AD" clId="Web-{98988CE4-3DD7-BC80-858A-3BEA0D5644E0}" dt="2026-04-29T21:30:44.980" v="555"/>
      <pc:docMkLst>
        <pc:docMk/>
      </pc:docMkLst>
      <pc:sldChg chg="modSp">
        <pc:chgData name="Murilo Medeiros Matos" userId="S::mm60458@uga.edu::1ba087b7-ae89-4bed-9848-70ac0b173b43" providerId="AD" clId="Web-{98988CE4-3DD7-BC80-858A-3BEA0D5644E0}" dt="2026-04-29T21:30:44.980" v="555"/>
        <pc:sldMkLst>
          <pc:docMk/>
          <pc:sldMk cId="2610447289" sldId="256"/>
        </pc:sldMkLst>
        <pc:spChg chg="mod">
          <ac:chgData name="Murilo Medeiros Matos" userId="S::mm60458@uga.edu::1ba087b7-ae89-4bed-9848-70ac0b173b43" providerId="AD" clId="Web-{98988CE4-3DD7-BC80-858A-3BEA0D5644E0}" dt="2026-04-29T15:58:36.405" v="541" actId="1076"/>
          <ac:spMkLst>
            <pc:docMk/>
            <pc:sldMk cId="2610447289" sldId="256"/>
            <ac:spMk id="4" creationId="{31B79719-0859-25DD-6784-9C9BEF554064}"/>
          </ac:spMkLst>
        </pc:spChg>
        <pc:spChg chg="mod">
          <ac:chgData name="Murilo Medeiros Matos" userId="S::mm60458@uga.edu::1ba087b7-ae89-4bed-9848-70ac0b173b43" providerId="AD" clId="Web-{98988CE4-3DD7-BC80-858A-3BEA0D5644E0}" dt="2026-04-29T15:57:29.129" v="527" actId="1076"/>
          <ac:spMkLst>
            <pc:docMk/>
            <pc:sldMk cId="2610447289" sldId="256"/>
            <ac:spMk id="5" creationId="{8E736061-A4AA-B48C-18BA-DA6B6FB44BF9}"/>
          </ac:spMkLst>
        </pc:spChg>
        <pc:spChg chg="mod">
          <ac:chgData name="Murilo Medeiros Matos" userId="S::mm60458@uga.edu::1ba087b7-ae89-4bed-9848-70ac0b173b43" providerId="AD" clId="Web-{98988CE4-3DD7-BC80-858A-3BEA0D5644E0}" dt="2026-04-29T15:57:58.040" v="532" actId="1076"/>
          <ac:spMkLst>
            <pc:docMk/>
            <pc:sldMk cId="2610447289" sldId="256"/>
            <ac:spMk id="9" creationId="{52F3C941-0639-3B48-EBF4-BD680387D77B}"/>
          </ac:spMkLst>
        </pc:spChg>
        <pc:spChg chg="mod">
          <ac:chgData name="Murilo Medeiros Matos" userId="S::mm60458@uga.edu::1ba087b7-ae89-4bed-9848-70ac0b173b43" providerId="AD" clId="Web-{98988CE4-3DD7-BC80-858A-3BEA0D5644E0}" dt="2026-04-29T15:58:36.405" v="539" actId="1076"/>
          <ac:spMkLst>
            <pc:docMk/>
            <pc:sldMk cId="2610447289" sldId="256"/>
            <ac:spMk id="10" creationId="{C8B5BC3C-B1E0-FC52-37D1-7C19A3D4BDD4}"/>
          </ac:spMkLst>
        </pc:spChg>
        <pc:graphicFrameChg chg="mod modGraphic">
          <ac:chgData name="Murilo Medeiros Matos" userId="S::mm60458@uga.edu::1ba087b7-ae89-4bed-9848-70ac0b173b43" providerId="AD" clId="Web-{98988CE4-3DD7-BC80-858A-3BEA0D5644E0}" dt="2026-04-29T21:30:25.213" v="553"/>
          <ac:graphicFrameMkLst>
            <pc:docMk/>
            <pc:sldMk cId="2610447289" sldId="256"/>
            <ac:graphicFrameMk id="6" creationId="{CEE73D54-F153-79B3-B5A0-66E5948D1A2E}"/>
          </ac:graphicFrameMkLst>
        </pc:graphicFrameChg>
        <pc:graphicFrameChg chg="mod modGraphic">
          <ac:chgData name="Murilo Medeiros Matos" userId="S::mm60458@uga.edu::1ba087b7-ae89-4bed-9848-70ac0b173b43" providerId="AD" clId="Web-{98988CE4-3DD7-BC80-858A-3BEA0D5644E0}" dt="2026-04-29T21:30:44.980" v="555"/>
          <ac:graphicFrameMkLst>
            <pc:docMk/>
            <pc:sldMk cId="2610447289" sldId="256"/>
            <ac:graphicFrameMk id="8" creationId="{3B7C0BA6-6354-D5DC-430B-E336741F8828}"/>
          </ac:graphicFrameMkLst>
        </pc:graphicFrameChg>
      </pc:sldChg>
    </pc:docChg>
  </pc:docChgLst>
  <pc:docChgLst>
    <pc:chgData name="Mia Gale" userId="afb078c9-655f-4c50-8bef-73f340afa746" providerId="ADAL" clId="{F1000F76-422F-4366-935B-E97F3BFF7EFC}"/>
    <pc:docChg chg="custSel modSld">
      <pc:chgData name="Mia Gale" userId="afb078c9-655f-4c50-8bef-73f340afa746" providerId="ADAL" clId="{F1000F76-422F-4366-935B-E97F3BFF7EFC}" dt="2026-04-30T16:48:43.261" v="101" actId="20577"/>
      <pc:docMkLst>
        <pc:docMk/>
      </pc:docMkLst>
      <pc:sldChg chg="modSp mod">
        <pc:chgData name="Mia Gale" userId="afb078c9-655f-4c50-8bef-73f340afa746" providerId="ADAL" clId="{F1000F76-422F-4366-935B-E97F3BFF7EFC}" dt="2026-04-30T16:48:43.261" v="101" actId="20577"/>
        <pc:sldMkLst>
          <pc:docMk/>
          <pc:sldMk cId="2610447289" sldId="256"/>
        </pc:sldMkLst>
        <pc:spChg chg="mod">
          <ac:chgData name="Mia Gale" userId="afb078c9-655f-4c50-8bef-73f340afa746" providerId="ADAL" clId="{F1000F76-422F-4366-935B-E97F3BFF7EFC}" dt="2026-04-21T13:17:02.500" v="49" actId="1076"/>
          <ac:spMkLst>
            <pc:docMk/>
            <pc:sldMk cId="2610447289" sldId="256"/>
            <ac:spMk id="5" creationId="{8E736061-A4AA-B48C-18BA-DA6B6FB44BF9}"/>
          </ac:spMkLst>
        </pc:spChg>
        <pc:spChg chg="mod">
          <ac:chgData name="Mia Gale" userId="afb078c9-655f-4c50-8bef-73f340afa746" providerId="ADAL" clId="{F1000F76-422F-4366-935B-E97F3BFF7EFC}" dt="2026-04-30T16:40:07.393" v="100" actId="20577"/>
          <ac:spMkLst>
            <pc:docMk/>
            <pc:sldMk cId="2610447289" sldId="256"/>
            <ac:spMk id="10" creationId="{C8B5BC3C-B1E0-FC52-37D1-7C19A3D4BDD4}"/>
          </ac:spMkLst>
        </pc:spChg>
        <pc:graphicFrameChg chg="modGraphic">
          <ac:chgData name="Mia Gale" userId="afb078c9-655f-4c50-8bef-73f340afa746" providerId="ADAL" clId="{F1000F76-422F-4366-935B-E97F3BFF7EFC}" dt="2026-04-21T13:17:09.723" v="62" actId="20577"/>
          <ac:graphicFrameMkLst>
            <pc:docMk/>
            <pc:sldMk cId="2610447289" sldId="256"/>
            <ac:graphicFrameMk id="6" creationId="{CEE73D54-F153-79B3-B5A0-66E5948D1A2E}"/>
          </ac:graphicFrameMkLst>
        </pc:graphicFrameChg>
        <pc:graphicFrameChg chg="modGraphic">
          <ac:chgData name="Mia Gale" userId="afb078c9-655f-4c50-8bef-73f340afa746" providerId="ADAL" clId="{F1000F76-422F-4366-935B-E97F3BFF7EFC}" dt="2026-04-30T16:48:43.261" v="101" actId="20577"/>
          <ac:graphicFrameMkLst>
            <pc:docMk/>
            <pc:sldMk cId="2610447289" sldId="256"/>
            <ac:graphicFrameMk id="8" creationId="{3B7C0BA6-6354-D5DC-430B-E336741F8828}"/>
          </ac:graphicFrameMkLst>
        </pc:graphicFrameChg>
      </pc:sldChg>
    </pc:docChg>
  </pc:docChgLst>
  <pc:docChgLst>
    <pc:chgData name="Murilo Medeiros Matos" userId="S::mm60458@uga.edu::1ba087b7-ae89-4bed-9848-70ac0b173b43" providerId="AD" clId="Web-{233328B9-6AA5-3102-E24D-592A1C38A2D0}"/>
    <pc:docChg chg="modSld">
      <pc:chgData name="Murilo Medeiros Matos" userId="S::mm60458@uga.edu::1ba087b7-ae89-4bed-9848-70ac0b173b43" providerId="AD" clId="Web-{233328B9-6AA5-3102-E24D-592A1C38A2D0}" dt="2026-04-22T00:21:06.186" v="7"/>
      <pc:docMkLst>
        <pc:docMk/>
      </pc:docMkLst>
      <pc:sldChg chg="modSp">
        <pc:chgData name="Murilo Medeiros Matos" userId="S::mm60458@uga.edu::1ba087b7-ae89-4bed-9848-70ac0b173b43" providerId="AD" clId="Web-{233328B9-6AA5-3102-E24D-592A1C38A2D0}" dt="2026-04-22T00:21:06.186" v="7"/>
        <pc:sldMkLst>
          <pc:docMk/>
          <pc:sldMk cId="2610447289" sldId="256"/>
        </pc:sldMkLst>
        <pc:spChg chg="mod">
          <ac:chgData name="Murilo Medeiros Matos" userId="S::mm60458@uga.edu::1ba087b7-ae89-4bed-9848-70ac0b173b43" providerId="AD" clId="Web-{233328B9-6AA5-3102-E24D-592A1C38A2D0}" dt="2026-04-21T13:32:47.013" v="3" actId="1076"/>
          <ac:spMkLst>
            <pc:docMk/>
            <pc:sldMk cId="2610447289" sldId="256"/>
            <ac:spMk id="4" creationId="{31B79719-0859-25DD-6784-9C9BEF554064}"/>
          </ac:spMkLst>
        </pc:spChg>
        <pc:spChg chg="mod">
          <ac:chgData name="Murilo Medeiros Matos" userId="S::mm60458@uga.edu::1ba087b7-ae89-4bed-9848-70ac0b173b43" providerId="AD" clId="Web-{233328B9-6AA5-3102-E24D-592A1C38A2D0}" dt="2026-04-21T13:20:14.595" v="0" actId="1076"/>
          <ac:spMkLst>
            <pc:docMk/>
            <pc:sldMk cId="2610447289" sldId="256"/>
            <ac:spMk id="5" creationId="{8E736061-A4AA-B48C-18BA-DA6B6FB44BF9}"/>
          </ac:spMkLst>
        </pc:spChg>
        <pc:graphicFrameChg chg="mod modGraphic">
          <ac:chgData name="Murilo Medeiros Matos" userId="S::mm60458@uga.edu::1ba087b7-ae89-4bed-9848-70ac0b173b43" providerId="AD" clId="Web-{233328B9-6AA5-3102-E24D-592A1C38A2D0}" dt="2026-04-22T00:21:06.186" v="7"/>
          <ac:graphicFrameMkLst>
            <pc:docMk/>
            <pc:sldMk cId="2610447289" sldId="256"/>
            <ac:graphicFrameMk id="8" creationId="{3B7C0BA6-6354-D5DC-430B-E336741F882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91A06-2765-4F5A-8866-F1482DAC4FB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BBC2B-0BC1-415E-BB82-77415E281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15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BBC2B-0BC1-415E-BB82-77415E281D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17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192-0F6B-F28B-0E2D-5A7B80EE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E788B-C494-19CB-BD70-1DBA24EA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AC00-4CA1-B02F-3C8D-3485DAEC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CAEC-B9F8-235C-3047-6301807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D2A-C058-C535-FA6C-C57C21E9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A53-D6E4-0ED3-EF21-5018CBF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7CC-3F9F-1DDD-6868-0D3CD1BD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7C88-F1C2-DF0E-AC7B-841333DA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DDC2-B6DF-F45A-E20B-2E66B554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B453-98A8-9BEC-96DF-50992444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EB38-9ED0-A121-9EA6-A217D51B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D2F-D894-D290-0F0B-8EF3993C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7615-4A6E-DF56-FFCE-04B92E6D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C822-D004-7C33-A4A7-17252B23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A7C7-9516-08ED-6D65-F86FAF3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7430-BC22-B8D6-92F7-32CC545A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9973-F437-645F-CF09-AF18861D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3769-5CA4-F794-FC11-7DAF5A3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1E15-5D8F-9A5A-AD24-BA4B829C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74BF-167E-912C-F38F-362427B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49A1-B2A4-CAFF-EF16-D2BEFA6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129E-9B12-2377-C484-FA302F5D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21D-ECE7-486A-9D4A-92AE76FE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C6E3-FA86-3983-3C81-AF10E5D3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46BDB-8D9B-B3C5-897B-3EA50FD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057BF-A6B4-3DAB-E994-309043BC8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D4455-279F-E7E3-2830-BB535D9B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528F1-2482-A243-2A1F-7794E3B5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5CE7-A474-57B4-2441-F6C4E1E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869-99D6-775D-3A2B-98C1FDFB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B5CA-53A4-430B-A5C1-35E89A12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BD09-830E-ADB3-78DE-BC797DF4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F0D-A1F0-16FF-8F5A-D4BD5CA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66EE-4476-8B95-A78A-E2A8523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4B373-EA7B-7C79-AF1B-BAE8CE5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D0C3-36F7-4E8D-1BD5-CE83DF0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DD5-D65E-127A-2E91-F650DFB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7D0-04EA-AEB0-4E49-BE2C75DC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CFB8-6DEF-CA72-E38B-6626B920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E3B2-3291-1E28-104F-FEB3FB33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D694-B58A-637A-F6FF-91E2FAB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035C-3FE3-2E86-F623-16E4DE7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D505-87A9-BE02-2FD0-7733415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E939C-249A-1B8B-F4A3-3F2F06747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10CC4-6DA1-1D4D-6DB8-1DE185E5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8EFD-FEF4-E716-4904-E0A3FB7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51B8-BB08-6CFE-0317-A4794BA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986A-A3DD-E288-701C-46786789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E6AA-227C-F615-A097-358E8DF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766E-C0BE-147B-4A24-B708CCCFA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06A-5E0B-8199-8CD0-A6B868BF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B4C6-57F9-AE60-0D24-B8AA179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0969-4876-C298-3B98-B7072C31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A5A2-3896-60AD-16E7-9F3431A60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E52DD-3BE4-3C3A-03FB-441452E2E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428A-83A6-A9EB-7258-DBAC597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19ED-EC71-A486-C3F6-2028DE51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E631-898C-FCDA-D734-C136E54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1CAD0-E9E6-0D7F-037F-E6B9D7BF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C543-522E-4132-EAA6-1C0DA7AE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9330-E546-DC94-0A64-31F026044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60CA-E60B-3C4A-A6C2-C45FCFAB706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B633-AFD2-60B9-F9F7-7CDA6F0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467D-ABAF-7203-D6B1-5C70D5E1C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79719-0859-25DD-6784-9C9BEF554064}"/>
              </a:ext>
            </a:extLst>
          </p:cNvPr>
          <p:cNvSpPr txBox="1"/>
          <p:nvPr/>
        </p:nvSpPr>
        <p:spPr>
          <a:xfrm>
            <a:off x="6252519" y="119285"/>
            <a:ext cx="4647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2026 Data Science Applied to Ag -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36061-A4AA-B48C-18BA-DA6B6FB44BF9}"/>
              </a:ext>
            </a:extLst>
          </p:cNvPr>
          <p:cNvSpPr txBox="1"/>
          <p:nvPr/>
        </p:nvSpPr>
        <p:spPr>
          <a:xfrm>
            <a:off x="178512" y="1461144"/>
            <a:ext cx="51774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/>
              <a:t>Team 2</a:t>
            </a:r>
          </a:p>
          <a:p>
            <a:pPr algn="ctr"/>
            <a:r>
              <a:rPr lang="en-US" sz="3200"/>
              <a:t>Mia Gale</a:t>
            </a:r>
          </a:p>
          <a:p>
            <a:pPr algn="ctr"/>
            <a:r>
              <a:rPr lang="en-US" sz="3200"/>
              <a:t>Murilo Mederios Matos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73D54-F153-79B3-B5A0-66E5948D1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030919"/>
              </p:ext>
            </p:extLst>
          </p:nvPr>
        </p:nvGraphicFramePr>
        <p:xfrm>
          <a:off x="178512" y="3931711"/>
          <a:ext cx="473341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55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1225931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  <a:gridCol w="1670431">
                  <a:extLst>
                    <a:ext uri="{9D8B030D-6E8A-4147-A177-3AD203B41FA5}">
                      <a16:colId xmlns:a16="http://schemas.microsoft.com/office/drawing/2014/main" val="611807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Model type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RMSE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err="1"/>
                        <a:t>XGBoost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/>
                        <a:t>2.04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7C0BA6-6354-D5DC-430B-E336741F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447878"/>
              </p:ext>
            </p:extLst>
          </p:nvPr>
        </p:nvGraphicFramePr>
        <p:xfrm>
          <a:off x="5178537" y="1191070"/>
          <a:ext cx="6786967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983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2566984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Parameter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1" dirty="0"/>
                        <a:t>Data engineering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Daymet</a:t>
                      </a:r>
                      <a:r>
                        <a:rPr lang="en-US" sz="1600" dirty="0"/>
                        <a:t> / Month – </a:t>
                      </a:r>
                      <a:r>
                        <a:rPr lang="en-US" sz="1600" dirty="0" err="1"/>
                        <a:t>precip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tmax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tmin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srd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gdd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7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1" dirty="0"/>
                        <a:t>Number of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56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4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1" dirty="0"/>
                        <a:t>Data split 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70/30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1" dirty="0"/>
                        <a:t>Random or stratified?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Stratified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1" dirty="0"/>
                        <a:t>If stratified, by which variable?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Yield_mg_ha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05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1" dirty="0"/>
                        <a:t>Pre-processing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step_impute_median</a:t>
                      </a:r>
                    </a:p>
                    <a:p>
                      <a:pPr lvl="0">
                        <a:buNone/>
                      </a:pPr>
                      <a:r>
                        <a:rPr lang="en-US" sz="1600" dirty="0" err="1"/>
                        <a:t>step_impute_mode</a:t>
                      </a:r>
                      <a:endParaRPr lang="en-US" sz="1600" dirty="0"/>
                    </a:p>
                    <a:p>
                      <a:pPr lvl="0">
                        <a:buNone/>
                      </a:pPr>
                      <a:r>
                        <a:rPr lang="en-US" sz="1600" dirty="0" err="1"/>
                        <a:t>step_dummy</a:t>
                      </a:r>
                      <a:endParaRPr lang="en-US" sz="1600" dirty="0"/>
                    </a:p>
                    <a:p>
                      <a:pPr lvl="0">
                        <a:buNone/>
                      </a:pPr>
                      <a:r>
                        <a:rPr lang="en-US" sz="1600" dirty="0" err="1"/>
                        <a:t>step_zv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5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1" dirty="0"/>
                        <a:t>Name of hyperparameters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ntrees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learn_rate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min_n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tree_depth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9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1" dirty="0"/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Latin Hypercube Sampling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0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1" dirty="0"/>
                        <a:t>V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0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1" dirty="0"/>
                        <a:t>Metric used to select 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66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1" dirty="0"/>
                        <a:t>Type of best (overall, within 1 </a:t>
                      </a:r>
                      <a:r>
                        <a:rPr lang="en-US" sz="1600" b="0" i="1" dirty="0" err="1"/>
                        <a:t>sd</a:t>
                      </a:r>
                      <a:r>
                        <a:rPr lang="en-US" sz="1600" b="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0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F3C941-0639-3B48-EBF4-BD680387D77B}"/>
              </a:ext>
            </a:extLst>
          </p:cNvPr>
          <p:cNvSpPr txBox="1"/>
          <p:nvPr/>
        </p:nvSpPr>
        <p:spPr>
          <a:xfrm>
            <a:off x="178512" y="3315998"/>
            <a:ext cx="4732638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Model fit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BC3C-B1E0-FC52-37D1-7C19A3D4BDD4}"/>
              </a:ext>
            </a:extLst>
          </p:cNvPr>
          <p:cNvSpPr txBox="1"/>
          <p:nvPr/>
        </p:nvSpPr>
        <p:spPr>
          <a:xfrm>
            <a:off x="5514417" y="608888"/>
            <a:ext cx="6118606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Best model parameters(</a:t>
            </a:r>
            <a:r>
              <a:rPr lang="en-US" sz="2400" dirty="0" err="1"/>
              <a:t>XGBoost</a:t>
            </a:r>
            <a:r>
              <a:rPr lang="en-US" sz="240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1044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141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Bastos</dc:creator>
  <cp:lastModifiedBy>Murilo Medeiros Matos</cp:lastModifiedBy>
  <cp:revision>70</cp:revision>
  <dcterms:created xsi:type="dcterms:W3CDTF">2026-03-31T02:58:08Z</dcterms:created>
  <dcterms:modified xsi:type="dcterms:W3CDTF">2026-04-30T19:54:31Z</dcterms:modified>
</cp:coreProperties>
</file>